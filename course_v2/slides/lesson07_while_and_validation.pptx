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0ddbea18db4be7" /><Relationship Type="http://schemas.openxmlformats.org/officeDocument/2006/relationships/extended-properties" Target="/docProps/app.xml" Id="Ra0322006ad08462a" /><Relationship Type="http://schemas.openxmlformats.org/officeDocument/2006/relationships/officeDocument" Target="/ppt/presentation.xml" Id="R88a7dcb9a1a34e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2752f6ae79406b"/>
  </p:sldMasterIdLst>
  <p:notesMasterIdLst>
    <p:notesMasterId xmlns:r="http://schemas.openxmlformats.org/officeDocument/2006/relationships" r:id="Rddd1bc772e5c4bdb"/>
  </p:notesMasterIdLst>
  <p:sldIdLst>
    <p:sldId xmlns:r="http://schemas.openxmlformats.org/officeDocument/2006/relationships" id="256" r:id="R050002ce206a4b1f"/>
    <p:sldId xmlns:r="http://schemas.openxmlformats.org/officeDocument/2006/relationships" id="257" r:id="R6d55ba08b4774885"/>
    <p:sldId xmlns:r="http://schemas.openxmlformats.org/officeDocument/2006/relationships" id="258" r:id="R3248c4f12dd4408b"/>
    <p:sldId xmlns:r="http://schemas.openxmlformats.org/officeDocument/2006/relationships" id="259" r:id="Rbd74563f9fe740a3"/>
    <p:sldId xmlns:r="http://schemas.openxmlformats.org/officeDocument/2006/relationships" id="260" r:id="Rcef5de434799432b"/>
    <p:sldId xmlns:r="http://schemas.openxmlformats.org/officeDocument/2006/relationships" id="261" r:id="Rea9a0859f9fc4ccc"/>
    <p:sldId xmlns:r="http://schemas.openxmlformats.org/officeDocument/2006/relationships" id="262" r:id="R68d34c9336b8426e"/>
    <p:sldId xmlns:r="http://schemas.openxmlformats.org/officeDocument/2006/relationships" id="263" r:id="R1cab685959274ac9"/>
    <p:sldId xmlns:r="http://schemas.openxmlformats.org/officeDocument/2006/relationships" id="264" r:id="Ra50cc53b015f48f6"/>
    <p:sldId xmlns:r="http://schemas.openxmlformats.org/officeDocument/2006/relationships" id="265" r:id="R5e8bac17da744936"/>
    <p:sldId xmlns:r="http://schemas.openxmlformats.org/officeDocument/2006/relationships" id="266" r:id="R354b115f9c39429d"/>
    <p:sldId xmlns:r="http://schemas.openxmlformats.org/officeDocument/2006/relationships" id="267" r:id="R1343aacc16024396"/>
    <p:sldId xmlns:r="http://schemas.openxmlformats.org/officeDocument/2006/relationships" id="268" r:id="R2a971316fd614d09"/>
    <p:sldId xmlns:r="http://schemas.openxmlformats.org/officeDocument/2006/relationships" id="269" r:id="R63ea1f5c57f54170"/>
    <p:sldId xmlns:r="http://schemas.openxmlformats.org/officeDocument/2006/relationships" id="270" r:id="Raeb867e4b57a41e4"/>
    <p:sldId xmlns:r="http://schemas.openxmlformats.org/officeDocument/2006/relationships" id="271" r:id="Rb64f53a0bf5a4eac"/>
    <p:sldId xmlns:r="http://schemas.openxmlformats.org/officeDocument/2006/relationships" id="272" r:id="Rbc73daa9946d43a6"/>
    <p:sldId xmlns:r="http://schemas.openxmlformats.org/officeDocument/2006/relationships" id="273" r:id="R13e506089c6e4fc5"/>
    <p:sldId xmlns:r="http://schemas.openxmlformats.org/officeDocument/2006/relationships" id="274" r:id="R5f88be7756854c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eebc63e1534570" /><Relationship Type="http://schemas.openxmlformats.org/officeDocument/2006/relationships/slideMaster" Target="/ppt/slideMasters/slideMaster1.xml" Id="R702752f6ae79406b" /><Relationship Type="http://schemas.openxmlformats.org/officeDocument/2006/relationships/notesMaster" Target="/ppt/notesMasters/notesMaster1.xml" Id="Rddd1bc772e5c4bdb" /><Relationship Type="http://schemas.openxmlformats.org/officeDocument/2006/relationships/presProps" Target="/ppt/presProps.xml" Id="Rb4f4f272e1524eee" /><Relationship Type="http://schemas.openxmlformats.org/officeDocument/2006/relationships/tableStyles" Target="/ppt/tableStyles.xml" Id="R3691a15622e845a6" /><Relationship Type="http://schemas.openxmlformats.org/officeDocument/2006/relationships/slide" Target="/ppt/slides/slide1.xml" Id="R050002ce206a4b1f" /><Relationship Type="http://schemas.openxmlformats.org/officeDocument/2006/relationships/slide" Target="/ppt/slides/slide2.xml" Id="R6d55ba08b4774885" /><Relationship Type="http://schemas.openxmlformats.org/officeDocument/2006/relationships/slide" Target="/ppt/slides/slide3.xml" Id="R3248c4f12dd4408b" /><Relationship Type="http://schemas.openxmlformats.org/officeDocument/2006/relationships/slide" Target="/ppt/slides/slide4.xml" Id="Rbd74563f9fe740a3" /><Relationship Type="http://schemas.openxmlformats.org/officeDocument/2006/relationships/slide" Target="/ppt/slides/slide5.xml" Id="Rcef5de434799432b" /><Relationship Type="http://schemas.openxmlformats.org/officeDocument/2006/relationships/slide" Target="/ppt/slides/slide6.xml" Id="Rea9a0859f9fc4ccc" /><Relationship Type="http://schemas.openxmlformats.org/officeDocument/2006/relationships/slide" Target="/ppt/slides/slide7.xml" Id="R68d34c9336b8426e" /><Relationship Type="http://schemas.openxmlformats.org/officeDocument/2006/relationships/slide" Target="/ppt/slides/slide8.xml" Id="R1cab685959274ac9" /><Relationship Type="http://schemas.openxmlformats.org/officeDocument/2006/relationships/slide" Target="/ppt/slides/slide9.xml" Id="Ra50cc53b015f48f6" /><Relationship Type="http://schemas.openxmlformats.org/officeDocument/2006/relationships/slide" Target="/ppt/slides/slide10.xml" Id="R5e8bac17da744936" /><Relationship Type="http://schemas.openxmlformats.org/officeDocument/2006/relationships/slide" Target="/ppt/slides/slide11.xml" Id="R354b115f9c39429d" /><Relationship Type="http://schemas.openxmlformats.org/officeDocument/2006/relationships/slide" Target="/ppt/slides/slide12.xml" Id="R1343aacc16024396" /><Relationship Type="http://schemas.openxmlformats.org/officeDocument/2006/relationships/slide" Target="/ppt/slides/slide13.xml" Id="R2a971316fd614d09" /><Relationship Type="http://schemas.openxmlformats.org/officeDocument/2006/relationships/slide" Target="/ppt/slides/slide14.xml" Id="R63ea1f5c57f54170" /><Relationship Type="http://schemas.openxmlformats.org/officeDocument/2006/relationships/slide" Target="/ppt/slides/slide15.xml" Id="Raeb867e4b57a41e4" /><Relationship Type="http://schemas.openxmlformats.org/officeDocument/2006/relationships/slide" Target="/ppt/slides/slide16.xml" Id="Rb64f53a0bf5a4eac" /><Relationship Type="http://schemas.openxmlformats.org/officeDocument/2006/relationships/slide" Target="/ppt/slides/slide17.xml" Id="Rbc73daa9946d43a6" /><Relationship Type="http://schemas.openxmlformats.org/officeDocument/2006/relationships/slide" Target="/ppt/slides/slide18.xml" Id="R13e506089c6e4fc5" /><Relationship Type="http://schemas.openxmlformats.org/officeDocument/2006/relationships/slide" Target="/ppt/slides/slide19.xml" Id="R5f88be7756854c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de3b6fcb9044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2ba82269f84a96" /><Relationship Type="http://schemas.openxmlformats.org/officeDocument/2006/relationships/notesMaster" Target="/ppt/notesMasters/notesMaster1.xml" Id="R4f49774803594d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abd42ef5094e26" /><Relationship Type="http://schemas.openxmlformats.org/officeDocument/2006/relationships/notesMaster" Target="/ppt/notesMasters/notesMaster1.xml" Id="R6882d3bc877d4c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5c3e3936924e76" /><Relationship Type="http://schemas.openxmlformats.org/officeDocument/2006/relationships/notesMaster" Target="/ppt/notesMasters/notesMaster1.xml" Id="R074647560f8d4a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800ef8123e4329" /><Relationship Type="http://schemas.openxmlformats.org/officeDocument/2006/relationships/notesMaster" Target="/ppt/notesMasters/notesMaster1.xml" Id="R8dfb96e9dfd94a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bcb0772498441e" /><Relationship Type="http://schemas.openxmlformats.org/officeDocument/2006/relationships/notesMaster" Target="/ppt/notesMasters/notesMaster1.xml" Id="Rbdca7f64aa1b43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48d7e0253a4e98" /><Relationship Type="http://schemas.openxmlformats.org/officeDocument/2006/relationships/notesMaster" Target="/ppt/notesMasters/notesMaster1.xml" Id="Rf50c8d8f96e644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74f4f3bbfd4e66" /><Relationship Type="http://schemas.openxmlformats.org/officeDocument/2006/relationships/notesMaster" Target="/ppt/notesMasters/notesMaster1.xml" Id="R9dcb88bf5da949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529b340bf34b12" /><Relationship Type="http://schemas.openxmlformats.org/officeDocument/2006/relationships/notesMaster" Target="/ppt/notesMasters/notesMaster1.xml" Id="Rfa97149c50e14b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835bd12cdc4cab" /><Relationship Type="http://schemas.openxmlformats.org/officeDocument/2006/relationships/notesMaster" Target="/ppt/notesMasters/notesMaster1.xml" Id="R4fdabf6f08774f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8fb7cf60f6475d" /><Relationship Type="http://schemas.openxmlformats.org/officeDocument/2006/relationships/notesMaster" Target="/ppt/notesMasters/notesMaster1.xml" Id="Radaf4f67fe0f4d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77280d1a9744e1" /><Relationship Type="http://schemas.openxmlformats.org/officeDocument/2006/relationships/notesMaster" Target="/ppt/notesMasters/notesMaster1.xml" Id="R8b1dd43970a94f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1d1ce987e9462e" /><Relationship Type="http://schemas.openxmlformats.org/officeDocument/2006/relationships/notesMaster" Target="/ppt/notesMasters/notesMaster1.xml" Id="R6d8831c50e604f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1d1efeac4294a50" /><Relationship Type="http://schemas.openxmlformats.org/officeDocument/2006/relationships/notesMaster" Target="/ppt/notesMasters/notesMaster1.xml" Id="Rda24ac6fcf924fb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448b113e1974826" /><Relationship Type="http://schemas.openxmlformats.org/officeDocument/2006/relationships/notesMaster" Target="/ppt/notesMasters/notesMaster1.xml" Id="R9bf99d10aca1413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5f893359b64077" /><Relationship Type="http://schemas.openxmlformats.org/officeDocument/2006/relationships/notesMaster" Target="/ppt/notesMasters/notesMaster1.xml" Id="R02b908d6eef9486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f21baf5fc140e4" /><Relationship Type="http://schemas.openxmlformats.org/officeDocument/2006/relationships/notesMaster" Target="/ppt/notesMasters/notesMaster1.xml" Id="R64217f84a238402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0939b60fdb484a" /><Relationship Type="http://schemas.openxmlformats.org/officeDocument/2006/relationships/notesMaster" Target="/ppt/notesMasters/notesMaster1.xml" Id="R4660738fc2a6487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e02b9da5e1e4054" /><Relationship Type="http://schemas.openxmlformats.org/officeDocument/2006/relationships/notesMaster" Target="/ppt/notesMasters/notesMaster1.xml" Id="R4977be3fa3f74d2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b5ce7705dd94e1a" /><Relationship Type="http://schemas.openxmlformats.org/officeDocument/2006/relationships/notesMaster" Target="/ppt/notesMasters/notesMaster1.xml" Id="Rbfb57d0d4f5e45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da5efec04149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0f46975bde4531" /><Relationship Type="http://schemas.openxmlformats.org/officeDocument/2006/relationships/slideLayout" Target="/ppt/slideLayouts/slideLayout1.xml" Id="R2d6b914b02c345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6b914b02c345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bb7cc8146414e" /><Relationship Type="http://schemas.openxmlformats.org/officeDocument/2006/relationships/notesSlide" Target="/ppt/notesSlides/notesSlide1.xml" Id="Rd11b5d8172584a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2ec8fde3642a1" /><Relationship Type="http://schemas.openxmlformats.org/officeDocument/2006/relationships/notesSlide" Target="/ppt/notesSlides/notesSlide2.xml" Id="Rdc01cd8bb87f47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817ad30bd4e5b" /><Relationship Type="http://schemas.openxmlformats.org/officeDocument/2006/relationships/notesSlide" Target="/ppt/notesSlides/notesSlide3.xml" Id="R3592159d330a40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ed4cbba4e4ccb" /><Relationship Type="http://schemas.openxmlformats.org/officeDocument/2006/relationships/notesSlide" Target="/ppt/notesSlides/notesSlide4.xml" Id="Refcabd9528f047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6ca8f18d14f28" /><Relationship Type="http://schemas.openxmlformats.org/officeDocument/2006/relationships/notesSlide" Target="/ppt/notesSlides/notesSlide5.xml" Id="R26029bb3246443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4850fc4fb41ad" /><Relationship Type="http://schemas.openxmlformats.org/officeDocument/2006/relationships/notesSlide" Target="/ppt/notesSlides/notesSlide6.xml" Id="R0901626f58d44d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b22c608054913" /><Relationship Type="http://schemas.openxmlformats.org/officeDocument/2006/relationships/notesSlide" Target="/ppt/notesSlides/notesSlide7.xml" Id="R16ec4da8adde45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d5bb99f6b4fec" /><Relationship Type="http://schemas.openxmlformats.org/officeDocument/2006/relationships/notesSlide" Target="/ppt/notesSlides/notesSlide8.xml" Id="R3137247f16284f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b76b23af54f8a" /><Relationship Type="http://schemas.openxmlformats.org/officeDocument/2006/relationships/notesSlide" Target="/ppt/notesSlides/notesSlide9.xml" Id="R5580945efb8243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b9e89bf014d5e" /><Relationship Type="http://schemas.openxmlformats.org/officeDocument/2006/relationships/notesSlide" Target="/ppt/notesSlides/notesSlide10.xml" Id="R67b699db58fa4b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e4528f3c54c4e" /><Relationship Type="http://schemas.openxmlformats.org/officeDocument/2006/relationships/notesSlide" Target="/ppt/notesSlides/notesSlide11.xml" Id="R4b6ab462d1774e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0352e821848c7" /><Relationship Type="http://schemas.openxmlformats.org/officeDocument/2006/relationships/notesSlide" Target="/ppt/notesSlides/notesSlide12.xml" Id="Rb051079bb1634e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bbec7704e4388" /><Relationship Type="http://schemas.openxmlformats.org/officeDocument/2006/relationships/notesSlide" Target="/ppt/notesSlides/notesSlide13.xml" Id="Rf4d9328c72ac43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d616b3e384cdc" /><Relationship Type="http://schemas.openxmlformats.org/officeDocument/2006/relationships/notesSlide" Target="/ppt/notesSlides/notesSlide14.xml" Id="Rd27e90c451fb47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93705a9784563" /><Relationship Type="http://schemas.openxmlformats.org/officeDocument/2006/relationships/notesSlide" Target="/ppt/notesSlides/notesSlide15.xml" Id="R95ef350ca58c4ce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e5dc335ee4fb9" /><Relationship Type="http://schemas.openxmlformats.org/officeDocument/2006/relationships/notesSlide" Target="/ppt/notesSlides/notesSlide16.xml" Id="R928ae7acf40c446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1d2990fc341d4" /><Relationship Type="http://schemas.openxmlformats.org/officeDocument/2006/relationships/notesSlide" Target="/ppt/notesSlides/notesSlide17.xml" Id="Rc755857b66b640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a02c3c1124d83" /><Relationship Type="http://schemas.openxmlformats.org/officeDocument/2006/relationships/notesSlide" Target="/ppt/notesSlides/notesSlide18.xml" Id="R7cb8b54d74914ef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e75636f4e448a" /><Relationship Type="http://schemas.openxmlformats.org/officeDocument/2006/relationships/notesSlide" Target="/ppt/notesSlides/notesSlide19.xml" Id="Rc029a9a417c545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227FB-B2C4-4AD4-B681-BC57FD0B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52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2E82B-EBE7-4E32-A9F5-2129B2D1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52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4D6D9"/>
                </a:solidFill>
              </a:defRPr>
            </a:pPr>
            <a:r>
              <a:rPr sz="1350" b="1">
                <a:solidFill>
                  <a:srgbClr val="84D6D9"/>
                </a:solidFill>
              </a:rPr>
              <a:t>PYTHON 資料分析實戰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0DEAD-7531-4C43-8DAA-43253323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Lesson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F506F-3F39-4242-ACD7-3619237C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while 迴圈與輸入驗證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2A02E-3F59-4C95-9343-35D190F2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84D6D9"/>
                </a:solidFill>
              </a:defRPr>
            </a:pPr>
            <a:r>
              <a:rPr sz="1800" b="0">
                <a:solidFill>
                  <a:srgbClr val="84D6D9"/>
                </a:solidFill>
              </a:rPr>
              <a:t>重試 · 選單 · 安全輸入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ECFD4-7B92-4AC2-8353-2E81C15C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JW｜課程講師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EA576-A1A1-420B-A2B4-CFBBF4C5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33500"/>
            <a:ext cx="2095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E3F14-4CFB-4CDE-BA4D-F6E6D688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09750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AED03-607B-4705-BE7A-8DAFA259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003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2239"/>
                </a:solidFill>
              </a:defRPr>
            </a:pPr>
            <a:r>
              <a:rPr sz="1350" b="1">
                <a:solidFill>
                  <a:srgbClr val="0B2239"/>
                </a:solidFill>
              </a:rPr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7142117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F2725-77B3-4580-863B-CD80EA50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54B20-55BC-42F8-93FA-53604F84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本堂目標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F70D2-131D-4F68-959D-0368F208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讓程式重複執行，直到條件成立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E84AD-4006-4A09-9C01-2506216F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C049C-2A0B-4907-B4D5-2EBD69F2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FF457-269A-4486-B45A-BE9F42F3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看懂 while 的條件與停止時機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AF620-EE99-4571-A509-30AD68BA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AADB6-5FC4-4A91-88DC-1EC27636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03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使用 break 與 continue 控制流程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5AA79-ED30-4166-A0A4-2163A8DD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D324C-BB74-4625-ADED-3FC13DDA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385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驗證數字、範圍與選單輸入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9C923-15EB-4B06-86A7-4E2E244C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CF95F-8253-4148-B8A4-1A85E9DE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767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完成登入重試與 ATM 小作品</a:t>
            </a:r>
          </a:p>
        </p:txBody>
      </p:sp>
    </p:spTree>
    <p:extLst>
      <p:ext uri="{BB962C8B-B14F-4D97-AF65-F5344CB8AC3E}">
        <p14:creationId xmlns:p14="http://schemas.microsoft.com/office/powerpoint/2010/main" val="586215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974A1-CA65-48BA-ABA8-3E89BECE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C98D5-8F52-4957-8588-CD9A9DE9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先做選擇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046D4-A610-410F-8F96-1AE4C478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固定次數用 for；未知次數用 while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FD9CC-5D88-4EAD-9A43-A056E3B2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9A262-A5DE-492A-A094-D9F37847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42703-14BC-4D15-A412-E0E3BC4A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重複 10 次：for + range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7EB9D-A6B0-4BEB-891A-EF273F98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10C2E-5820-43F2-8AB5-799F3713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03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逐筆讀取資料：for + 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31E7A-28E8-41F6-A7FC-120BF221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E8F9B-A4C9-4778-94CF-94FDDA70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385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直到輸入正確：while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5B500-2B7C-4DD7-836E-09F6279A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0C2CA-8000-43F1-8A81-A29D5928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767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直到使用者選擇離開：while</a:t>
            </a:r>
          </a:p>
        </p:txBody>
      </p:sp>
    </p:spTree>
    <p:extLst>
      <p:ext uri="{BB962C8B-B14F-4D97-AF65-F5344CB8AC3E}">
        <p14:creationId xmlns:p14="http://schemas.microsoft.com/office/powerpoint/2010/main" val="19404566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7B01A-A47E-45E9-86AD-23F097E0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614AE-DC24-4AC7-B8F9-13ED1B91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核心觀念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7B404-FD80-45A3-AE21-A7714C68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while 會在條件為 True 時持續執行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43CE7-4513-4070-8073-1BD7C907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BAE12-B977-4149-A987-DDD44CA0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B2239"/>
                </a:solidFill>
              </a:defRPr>
            </a:pPr>
            <a:r>
              <a:rPr sz="2400" b="1">
                <a:solidFill>
                  <a:srgbClr val="0B2239"/>
                </a:solidFill>
              </a:rPr>
              <a:t>條件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0AE33-CBA0-4F3E-9377-A6679825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B2239"/>
                </a:solidFill>
              </a:defRPr>
            </a:pPr>
            <a:r>
              <a:rPr sz="2400" b="1">
                <a:solidFill>
                  <a:srgbClr val="0B2239"/>
                </a:solidFill>
              </a:rPr>
              <a:t>決定是否再跑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3D2FC-480E-43C4-9AF6-504505B4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431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B2239"/>
                </a:solidFill>
              </a:defRPr>
            </a:pPr>
            <a:r>
              <a:rPr sz="2400" b="1">
                <a:solidFill>
                  <a:srgbClr val="0B2239"/>
                </a:solidFill>
              </a:rPr>
              <a:t>重複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1BAC3-65D7-4E42-AB5E-E96A97D8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952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D474C-6B10-4243-B159-F4FA475B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48000"/>
            <a:ext cx="952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B72FA-68A7-40C4-89DC-630B3692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952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0EE58-A533-439D-968F-B639197B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147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9AA5"/>
                </a:solidFill>
              </a:defRPr>
            </a:pPr>
            <a:r>
              <a:rPr sz="1650" b="1">
                <a:solidFill>
                  <a:srgbClr val="1F9AA5"/>
                </a:solidFill>
              </a:rPr>
              <a:t>執行縮排區塊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EDC99-7544-4450-97E8-3EAC3773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147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9AA5"/>
                </a:solidFill>
              </a:defRPr>
            </a:pPr>
            <a:r>
              <a:rPr sz="1650" b="1">
                <a:solidFill>
                  <a:srgbClr val="1F9AA5"/>
                </a:solidFill>
              </a:rPr>
              <a:t>更新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099F2-AD3A-4654-B785-A7B12E36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147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9AA5"/>
                </a:solidFill>
              </a:defRPr>
            </a:pPr>
            <a:r>
              <a:rPr sz="1650" b="1">
                <a:solidFill>
                  <a:srgbClr val="1F9AA5"/>
                </a:solidFill>
              </a:rPr>
              <a:t>改變控制變數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DE52D-4937-4AC1-92DA-97D30405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053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6271"/>
                </a:solidFill>
              </a:defRPr>
            </a:pPr>
            <a:r>
              <a:rPr sz="1800" b="0">
                <a:solidFill>
                  <a:srgbClr val="536271"/>
                </a:solidFill>
              </a:rPr>
              <a:t>每一輪都要更接近停止。</a:t>
            </a:r>
          </a:p>
        </p:txBody>
      </p:sp>
    </p:spTree>
    <p:extLst>
      <p:ext uri="{BB962C8B-B14F-4D97-AF65-F5344CB8AC3E}">
        <p14:creationId xmlns:p14="http://schemas.microsoft.com/office/powerpoint/2010/main" val="13916187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16DC5-4F1D-4CF5-9D76-1B9BDD10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FE8DB-E3E1-4584-BB1C-5F37F925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while 的意思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6831C-8781-4E70-94C4-EFA164EE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while 就是「當……時」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DCEA7-2959-4491-B486-CCBCF922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A46A3-90E1-43AF-879E-0755E3C2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87630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13AEB-12AD-435B-AE84-7E9D42CB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14625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While this is true, keep doing this.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AD7C5-BA28-4AA0-8662-E48330CE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7187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84D6D9"/>
                </a:solidFill>
              </a:defRPr>
            </a:pPr>
            <a:r>
              <a:rPr sz="1650" b="0">
                <a:solidFill>
                  <a:srgbClr val="84D6D9"/>
                </a:solidFill>
              </a:rPr>
              <a:t>while True：條件一直成立，直到遇到 break 才停止</a:t>
            </a:r>
          </a:p>
        </p:txBody>
      </p:sp>
    </p:spTree>
    <p:extLst>
      <p:ext uri="{BB962C8B-B14F-4D97-AF65-F5344CB8AC3E}">
        <p14:creationId xmlns:p14="http://schemas.microsoft.com/office/powerpoint/2010/main" val="16678641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1CAE4-187A-4F0A-9022-7437844E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5A867-3276-404D-8C24-77366B37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基本結構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2E0D9-D661-4469-9627-C8C6985B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先設定變數，再檢查條件與更新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14BAF-B825-4761-B241-2C3115FA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46AAA-3079-4B02-B281-1758AB3E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2667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58611-4227-4A38-8E90-BBB87848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24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B2239"/>
                </a:solidFill>
              </a:defRPr>
            </a:pPr>
            <a:r>
              <a:rPr sz="2700" b="1">
                <a:solidFill>
                  <a:srgbClr val="0B2239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C7938-2E5C-44A1-AE79-D6E1E2CD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86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6271"/>
                </a:solidFill>
              </a:defRPr>
            </a:pPr>
            <a:r>
              <a:rPr sz="1500" b="0">
                <a:solidFill>
                  <a:srgbClr val="536271"/>
                </a:solidFill>
              </a:rPr>
              <a:t>count =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D244E-6575-40A7-B5EE-DBC5E385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098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1F9AA5"/>
                </a:solidFill>
              </a:defRPr>
            </a:pPr>
            <a:r>
              <a:rPr sz="3300" b="1">
                <a:solidFill>
                  <a:srgbClr val="1F9AA5"/>
                </a:solidFill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36D3C-2493-4D9A-9D05-D6265A35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43125"/>
            <a:ext cx="2667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6D736-0200-4904-9249-1832206F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24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2239"/>
                </a:solidFill>
              </a:defRPr>
            </a:pPr>
            <a:r>
              <a:rPr sz="2550" b="1">
                <a:solidFill>
                  <a:srgbClr val="0B2239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0854D-6428-40C1-8252-CF860CC6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86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6271"/>
                </a:solidFill>
              </a:defRPr>
            </a:pPr>
            <a:r>
              <a:rPr sz="1500" b="0">
                <a:solidFill>
                  <a:srgbClr val="536271"/>
                </a:solidFill>
              </a:rPr>
              <a:t>while count &lt;=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5BB7C4-C169-40C9-ACFD-C5D406D2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098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1F9AA5"/>
                </a:solidFill>
              </a:defRPr>
            </a:pPr>
            <a:r>
              <a:rPr sz="3300" b="1">
                <a:solidFill>
                  <a:srgbClr val="1F9AA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B800B-2D00-47E3-AA5A-F5DD7D34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667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B932D-54B2-4945-B9F3-C155C927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24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E76B3-E66C-4374-B24B-91C18AC8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86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E8F4F5"/>
                </a:solidFill>
              </a:defRPr>
            </a:pPr>
            <a:r>
              <a:rPr sz="1500" b="0">
                <a:solidFill>
                  <a:srgbClr val="E8F4F5"/>
                </a:solidFill>
              </a:rPr>
              <a:t>count += 1</a:t>
            </a:r>
          </a:p>
        </p:txBody>
      </p:sp>
    </p:spTree>
    <p:extLst>
      <p:ext uri="{BB962C8B-B14F-4D97-AF65-F5344CB8AC3E}">
        <p14:creationId xmlns:p14="http://schemas.microsoft.com/office/powerpoint/2010/main" val="7783890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E990D-1874-4524-A96F-1EFA3A69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4A92E-2E51-4606-9EDA-112FA6EC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安全檢查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7DE7F-D087-4B2A-8633-BC508E0A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沒有更新變數，可能形成無限迴圈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B12E9-F2CB-49EB-AF10-BB4A5E50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0CC05-7172-4642-9F5B-30B1DBA4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F9AA5"/>
                </a:solidFill>
              </a:defRPr>
            </a:pPr>
            <a:r>
              <a:rPr sz="232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5F332-7B3B-40C5-AF91-1940670C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5202B"/>
                </a:solidFill>
              </a:defRPr>
            </a:pPr>
            <a:r>
              <a:rPr sz="2100" b="0">
                <a:solidFill>
                  <a:srgbClr val="15202B"/>
                </a:solidFill>
              </a:rPr>
              <a:t>成功後會停止嗎？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5870B-7881-4637-8631-F3BA9A3A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F9AA5"/>
                </a:solidFill>
              </a:defRPr>
            </a:pPr>
            <a:r>
              <a:rPr sz="232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28709-2125-4DFB-82DD-768184E1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5202B"/>
                </a:solidFill>
              </a:defRPr>
            </a:pPr>
            <a:r>
              <a:rPr sz="2100" b="0">
                <a:solidFill>
                  <a:srgbClr val="15202B"/>
                </a:solidFill>
              </a:rPr>
              <a:t>每一輪都更新控制變數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5DE22-6308-4D9E-AA28-AAD8FBB9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F9AA5"/>
                </a:solidFill>
              </a:defRPr>
            </a:pPr>
            <a:r>
              <a:rPr sz="232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2DE03-7068-41CB-81FF-0153E56F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5202B"/>
                </a:solidFill>
              </a:defRPr>
            </a:pPr>
            <a:r>
              <a:rPr sz="2100" b="0">
                <a:solidFill>
                  <a:srgbClr val="15202B"/>
                </a:solidFill>
              </a:rPr>
              <a:t>錯誤輸入能被處理嗎？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52829-D13C-4A89-A84E-8DAC6257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287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C9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78D74-C19C-44E2-833C-AAFFA93C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435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2239"/>
                </a:solidFill>
              </a:defRPr>
            </a:pPr>
            <a:r>
              <a:rPr sz="1650" b="1">
                <a:solidFill>
                  <a:srgbClr val="0B2239"/>
                </a:solidFill>
              </a:rPr>
              <a:t>寫 while 前，先回答三個問題。</a:t>
            </a:r>
          </a:p>
        </p:txBody>
      </p:sp>
    </p:spTree>
    <p:extLst>
      <p:ext uri="{BB962C8B-B14F-4D97-AF65-F5344CB8AC3E}">
        <p14:creationId xmlns:p14="http://schemas.microsoft.com/office/powerpoint/2010/main" val="17881139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3928B-E337-4743-86DF-26A9CECC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72B74-C036-4D4C-BED1-24901CCF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流程控制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A86C6-0887-42BE-8895-113A9DAC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break 結束；continue 跳到下一輪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70886-86BA-40DD-9B49-6FDBC0A9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C63A5-DBFA-4BF1-9C60-3D1E59F4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43125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1F9AA5"/>
                </a:solidFill>
              </a:defRPr>
            </a:pPr>
            <a:r>
              <a:rPr sz="3300" b="1">
                <a:solidFill>
                  <a:srgbClr val="1F9AA5"/>
                </a:solidFill>
              </a:rPr>
              <a:t>break   |   continue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7D34F-8583-433B-B4A1-D92A9842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33750"/>
            <a:ext cx="857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DA6A4-C229-447A-B4E8-9C544E7C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004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2239"/>
                </a:solidFill>
              </a:defRPr>
            </a:pPr>
            <a:r>
              <a:rPr sz="2025" b="1">
                <a:solidFill>
                  <a:srgbClr val="0B2239"/>
                </a:solidFill>
              </a:rPr>
              <a:t>break：立刻離開整個迴圈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B20FB-1566-4CE1-9915-AE0A4ACD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6271"/>
                </a:solidFill>
              </a:defRPr>
            </a:pPr>
            <a:r>
              <a:rPr sz="1500" b="0">
                <a:solidFill>
                  <a:srgbClr val="536271"/>
                </a:solidFill>
              </a:rPr>
              <a:t>continue：跳過本輪，回到條件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93768-661F-4EC1-B180-807B46CC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958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74B50"/>
                </a:solidFill>
              </a:defRPr>
            </a:pPr>
            <a:r>
              <a:rPr sz="1650" b="1">
                <a:solidFill>
                  <a:srgbClr val="C74B50"/>
                </a:solidFill>
              </a:rPr>
              <a:t>兩者都要先確認停止條件。</a:t>
            </a:r>
          </a:p>
        </p:txBody>
      </p:sp>
    </p:spTree>
    <p:extLst>
      <p:ext uri="{BB962C8B-B14F-4D97-AF65-F5344CB8AC3E}">
        <p14:creationId xmlns:p14="http://schemas.microsoft.com/office/powerpoint/2010/main" val="10553725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93321-73C1-425A-ACD3-1D738C94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F444B-01BF-4A4B-8944-EE903C16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登入重試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36091-3DEF-464B-8B37-A611337B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最多三次，成功就立刻停止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E7EE8-AD53-4B72-BA9D-410A3502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9F911-D622-4FA5-A6AA-267AE7BC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5095875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B0691-40AC-4384-8469-D33BE5A5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452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239"/>
                </a:solidFill>
              </a:defRPr>
            </a:pPr>
            <a:r>
              <a:rPr sz="2250" b="1">
                <a:solidFill>
                  <a:srgbClr val="0B2239"/>
                </a:solidFill>
              </a:rPr>
              <a:t>成功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FA900-3FA5-466B-BEEC-8512E30E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333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密碼正確 → 顯示登入成功 → break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CFB57-94D3-417E-B292-7095704B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5095875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64DC8-4BC7-439B-9302-C372EAE8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43125"/>
            <a:ext cx="452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239"/>
                </a:solidFill>
              </a:defRPr>
            </a:pPr>
            <a:r>
              <a:rPr sz="2250" b="1">
                <a:solidFill>
                  <a:srgbClr val="0B2239"/>
                </a:solidFill>
              </a:rPr>
              <a:t>失敗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622B6-8526-4A06-96D7-A1390F1E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57500"/>
            <a:ext cx="4333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attempts += 1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顯示剩餘次數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三次後鎖定</a:t>
            </a:r>
          </a:p>
        </p:txBody>
      </p:sp>
    </p:spTree>
    <p:extLst>
      <p:ext uri="{BB962C8B-B14F-4D97-AF65-F5344CB8AC3E}">
        <p14:creationId xmlns:p14="http://schemas.microsoft.com/office/powerpoint/2010/main" val="10688281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16DC5-4F1D-4CF5-9D76-1B9BDD10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FE8DB-E3E1-4584-BB1C-5F37F925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數字驗證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6831C-8781-4E70-94C4-EFA164EE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input 得到字串，轉型可能失敗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DCEA7-2959-4491-B486-CCBCF922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A46A3-90E1-43AF-879E-0755E3C2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87630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13AEB-12AD-435B-AE84-7E9D42CB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14625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try → int(input()) → except ValueError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AD7C5-BA28-4AA0-8662-E48330CE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7187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84D6D9"/>
                </a:solidFill>
              </a:defRPr>
            </a:pPr>
            <a:r>
              <a:rPr sz="1650" b="0">
                <a:solidFill>
                  <a:srgbClr val="84D6D9"/>
                </a:solidFill>
              </a:rPr>
              <a:t>輸入整數後再檢查合理範圍</a:t>
            </a:r>
          </a:p>
        </p:txBody>
      </p:sp>
    </p:spTree>
    <p:extLst>
      <p:ext uri="{BB962C8B-B14F-4D97-AF65-F5344CB8AC3E}">
        <p14:creationId xmlns:p14="http://schemas.microsoft.com/office/powerpoint/2010/main" val="16678641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AE87D-3233-4225-B198-B362DB32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EA08E-D439-4CC2-BECE-590464CD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雙重驗證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4A75B-ED97-4B55-A2C0-F1554F31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先確認是數字，再確認範圍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06BA7-9909-42E5-A5AE-EAA93C5B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A2008-4B94-4427-9436-E82974E5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6250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7DD3A-F515-423B-B647-FAC17BE5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2239"/>
                </a:solidFill>
              </a:defRPr>
            </a:pPr>
            <a:r>
              <a:rPr sz="2400" b="1">
                <a:solidFill>
                  <a:srgbClr val="0B2239"/>
                </a:solidFill>
              </a:rPr>
              <a:t>格式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BDD78-2C27-45D5-AB13-F850AF2B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5202B"/>
                </a:solidFill>
              </a:defRPr>
            </a:pPr>
            <a:r>
              <a:rPr sz="1875" b="0">
                <a:solidFill>
                  <a:srgbClr val="15202B"/>
                </a:solidFill>
              </a:rPr>
              <a:t>try / except 處理無法轉成整數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D0F98-6A17-4B8B-8A96-42CFD35E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1593D-1635-4E5D-A3C7-5FEF6E82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2239"/>
                </a:solidFill>
              </a:defRPr>
            </a:pPr>
            <a:r>
              <a:rPr sz="2400" b="1">
                <a:solidFill>
                  <a:srgbClr val="0B2239"/>
                </a:solidFill>
              </a:rPr>
              <a:t>範圍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454FA-3372-4723-84EB-176C0F59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5202B"/>
                </a:solidFill>
              </a:defRPr>
            </a:pPr>
            <a:r>
              <a:rPr sz="1875" b="0">
                <a:solidFill>
                  <a:srgbClr val="15202B"/>
                </a:solidFill>
              </a:rPr>
              <a:t>0 &lt;= score &lt;= 100 才接受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84F44-D155-44C7-8C06-042BD2D9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863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9AA5"/>
                </a:solidFill>
              </a:defRPr>
            </a:pPr>
            <a:r>
              <a:rPr sz="1650" b="1">
                <a:solidFill>
                  <a:srgbClr val="1F9AA5"/>
                </a:solidFill>
              </a:rPr>
              <a:t>兩關都通過後才 break</a:t>
            </a:r>
          </a:p>
        </p:txBody>
      </p:sp>
    </p:spTree>
    <p:extLst>
      <p:ext uri="{BB962C8B-B14F-4D97-AF65-F5344CB8AC3E}">
        <p14:creationId xmlns:p14="http://schemas.microsoft.com/office/powerpoint/2010/main" val="9440440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95076-F1DD-46C9-AFA6-4615A94B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13601-2D42-42AA-AFD8-5737E4D9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選單迴圈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E39A3-56B4-4DFE-B8A7-2EFDA42D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顯示選項、執行功能、直到離開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10DF5-AD97-4675-9A48-97A4A277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027BA-CEE8-46D7-A57E-0E38ABAF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90750"/>
            <a:ext cx="800100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C91DC-A97B-4734-A642-3543B795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146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顯示選單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26C36-1247-47F3-89D7-203FB644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146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84D6D9"/>
                </a:solidFill>
              </a:defRPr>
            </a:pPr>
            <a:r>
              <a:rPr sz="3150" b="1">
                <a:solidFill>
                  <a:srgbClr val="84D6D9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099EF-E226-462B-A8F5-B0641092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14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執行功能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F3FE8-E659-4DD1-9BB1-E2A1330E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536271"/>
                </a:solidFill>
              </a:defRPr>
            </a:pPr>
            <a:r>
              <a:rPr sz="1875" b="0">
                <a:solidFill>
                  <a:srgbClr val="536271"/>
                </a:solidFill>
              </a:rPr>
              <a:t>輸入 0 時 break，其他錯誤選項要提示。</a:t>
            </a:r>
          </a:p>
        </p:txBody>
      </p:sp>
    </p:spTree>
    <p:extLst>
      <p:ext uri="{BB962C8B-B14F-4D97-AF65-F5344CB8AC3E}">
        <p14:creationId xmlns:p14="http://schemas.microsoft.com/office/powerpoint/2010/main" val="3695346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1E2E0-0DD6-4239-BEAD-0696C5AB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875F0-983B-4AB5-A23C-4493E1F6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程式骨架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60527-114F-42DB-AC42-EC10CE02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把選單放進 while True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55339-02C1-4B5C-969D-54677D99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AC354-BEC1-438F-86E0-C3DCA693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9525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4DCDB-91D1-44F9-9745-8A565CA7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543175"/>
            <a:ext cx="866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A8E6CF"/>
                </a:solidFill>
              </a:defRPr>
            </a:pPr>
            <a:r>
              <a:rPr sz="2850" b="1">
                <a:solidFill>
                  <a:srgbClr val="A8E6CF"/>
                </a:solidFill>
              </a:rPr>
              <a:t>while True: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A8E6CF"/>
                </a:solidFill>
              </a:defRPr>
            </a:pPr>
            <a:r>
              <a:rPr sz="2850" b="1">
                <a:solidFill>
                  <a:srgbClr val="A8E6CF"/>
                </a:solidFill>
              </a:rPr>
              <a:t>    choice = input("1 查詢／0 離開：")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A8E6CF"/>
                </a:solidFill>
              </a:defRPr>
            </a:pPr>
            <a:r>
              <a:rPr sz="2850" b="1">
                <a:solidFill>
                  <a:srgbClr val="A8E6CF"/>
                </a:solidFill>
              </a:rPr>
              <a:t>    if choice == "0":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A8E6CF"/>
                </a:solidFill>
              </a:defRPr>
            </a:pPr>
            <a:r>
              <a:rPr sz="2850" b="1">
                <a:solidFill>
                  <a:srgbClr val="A8E6CF"/>
                </a:solidFill>
              </a:rPr>
              <a:t>        break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2790A-D7F9-4E54-8E26-366577F8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B2239"/>
                </a:solidFill>
              </a:defRPr>
            </a:pPr>
            <a:r>
              <a:rPr sz="1875" b="1">
                <a:solidFill>
                  <a:srgbClr val="0B2239"/>
                </a:solidFill>
              </a:rPr>
              <a:t>輸入 0 時結束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E6B63-4E73-4B03-BA82-F4277A57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0537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9AA5"/>
                </a:solidFill>
              </a:defRPr>
            </a:pPr>
            <a:r>
              <a:rPr sz="1650" b="1">
                <a:solidFill>
                  <a:srgbClr val="1F9AA5"/>
                </a:solidFill>
              </a:rPr>
              <a:t>每個分支只負責一個清楚動作。</a:t>
            </a:r>
          </a:p>
        </p:txBody>
      </p:sp>
    </p:spTree>
    <p:extLst>
      <p:ext uri="{BB962C8B-B14F-4D97-AF65-F5344CB8AC3E}">
        <p14:creationId xmlns:p14="http://schemas.microsoft.com/office/powerpoint/2010/main" val="262271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C4F33-1979-4E14-9397-6CB7EBE0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189A1-0089-40AA-8A28-AD24AF90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動手練習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5B2DF-125B-4567-95E6-B3C368BE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完成「分數 0 到 100」輸入驗證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BBFF0-5A73-4490-B440-893FC59C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C49D8-89CD-46D4-B227-C4F04212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9AA5"/>
                </a:solidFill>
              </a:defRPr>
            </a:pPr>
            <a:r>
              <a:rPr sz="2250" b="1">
                <a:solidFill>
                  <a:srgbClr val="1F9AA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5B366-00DC-4098-B8F7-094DB12E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使用 while True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C2F95-FDD3-4F84-804B-25BFA7A3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03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9AA5"/>
                </a:solidFill>
              </a:defRPr>
            </a:pPr>
            <a:r>
              <a:rPr sz="2250" b="1">
                <a:solidFill>
                  <a:srgbClr val="1F9AA5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137B5-5B8A-4871-9FC3-4962C015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03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用 try / except 轉成整數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C3813-6D1F-48D0-8C9E-ADDFD66E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385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9AA5"/>
                </a:solidFill>
              </a:defRPr>
            </a:pPr>
            <a:r>
              <a:rPr sz="2250" b="1">
                <a:solidFill>
                  <a:srgbClr val="1F9AA5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C6935-F5FB-4F10-9927-70035231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385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檢查 0 &lt;= score &lt;= 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4E41C-D9FE-4793-A513-7CFF8056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9AA5"/>
                </a:solidFill>
              </a:defRPr>
            </a:pPr>
            <a:r>
              <a:rPr sz="2250" b="1">
                <a:solidFill>
                  <a:srgbClr val="1F9AA5"/>
                </a:solidFill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043F9-CDA4-4D6A-B87F-9226C5EC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767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成功後 break 並印出結果</a:t>
            </a:r>
          </a:p>
        </p:txBody>
      </p:sp>
    </p:spTree>
    <p:extLst>
      <p:ext uri="{BB962C8B-B14F-4D97-AF65-F5344CB8AC3E}">
        <p14:creationId xmlns:p14="http://schemas.microsoft.com/office/powerpoint/2010/main" val="7317373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974A1-CA65-48BA-ABA8-3E89BECE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C98D5-8F52-4957-8588-CD9A9DE9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常見錯誤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046D4-A610-410F-8F96-1AE4C478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程式停不下來時，先找更新與 break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FD9CC-5D88-4EAD-9A43-A056E3B2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9A262-A5DE-492A-A094-D9F37847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42703-14BC-4D15-A412-E0E3BC4A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忘記 count +=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7EB9D-A6B0-4BEB-891A-EF273F98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10C2E-5820-43F2-8AB5-799F3713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03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成功後忘記 break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31E7A-28E8-41F6-A7FC-120BF221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E8F9B-A4C9-4778-94CF-94FDDA70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385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continue 前沒有更新控制變數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5B500-2B7C-4DD7-836E-09F6279A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0C2CA-8000-43F1-8A81-A29D5928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767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把 input 當成數字直接比較</a:t>
            </a:r>
          </a:p>
        </p:txBody>
      </p:sp>
    </p:spTree>
    <p:extLst>
      <p:ext uri="{BB962C8B-B14F-4D97-AF65-F5344CB8AC3E}">
        <p14:creationId xmlns:p14="http://schemas.microsoft.com/office/powerpoint/2010/main" val="19404566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1CAE4-187A-4F0A-9022-7437844E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5A867-3276-404D-8C24-77366B37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小作品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2E0D9-D661-4469-9627-C8C6985B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ATM：查詢、存款、提款與離開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14BAF-B825-4761-B241-2C3115FA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46AAA-3079-4B02-B281-1758AB3E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2667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58611-4227-4A38-8E90-BBB87848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24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B2239"/>
                </a:solidFill>
              </a:defRPr>
            </a:pPr>
            <a:r>
              <a:rPr sz="2700" b="1">
                <a:solidFill>
                  <a:srgbClr val="0B2239"/>
                </a:solidFill>
              </a:rPr>
              <a:t>餘額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C7938-2E5C-44A1-AE79-D6E1E2CD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86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6271"/>
                </a:solidFill>
              </a:defRPr>
            </a:pPr>
            <a:r>
              <a:rPr sz="1500" b="0">
                <a:solidFill>
                  <a:srgbClr val="536271"/>
                </a:solidFill>
              </a:rPr>
              <a:t>每次操作後更新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D244E-6575-40A7-B5EE-DBC5E385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098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1F9AA5"/>
                </a:solidFill>
              </a:defRPr>
            </a:pPr>
            <a:r>
              <a:rPr sz="3300" b="1">
                <a:solidFill>
                  <a:srgbClr val="1F9AA5"/>
                </a:solidFill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36D3C-2493-4D9A-9D05-D6265A35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43125"/>
            <a:ext cx="2667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6D736-0200-4904-9249-1832206F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24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2239"/>
                </a:solidFill>
              </a:defRPr>
            </a:pPr>
            <a:r>
              <a:rPr sz="2550" b="1">
                <a:solidFill>
                  <a:srgbClr val="0B2239"/>
                </a:solidFill>
              </a:rPr>
              <a:t>驗證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0854D-6428-40C1-8252-CF860CC6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86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6271"/>
                </a:solidFill>
              </a:defRPr>
            </a:pPr>
            <a:r>
              <a:rPr sz="1500" b="0">
                <a:solidFill>
                  <a:srgbClr val="536271"/>
                </a:solidFill>
              </a:rPr>
              <a:t>金額必須合理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5BB7C4-C169-40C9-ACFD-C5D406D2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098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1F9AA5"/>
                </a:solidFill>
              </a:defRPr>
            </a:pPr>
            <a:r>
              <a:rPr sz="3300" b="1">
                <a:solidFill>
                  <a:srgbClr val="1F9AA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B800B-2D00-47E3-AA5A-F5DD7D34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667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B932D-54B2-4945-B9F3-C155C927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24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選單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E76B3-E66C-4374-B24B-91C18AC8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86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E8F4F5"/>
                </a:solidFill>
              </a:defRPr>
            </a:pPr>
            <a:r>
              <a:rPr sz="1500" b="0">
                <a:solidFill>
                  <a:srgbClr val="E8F4F5"/>
                </a:solidFill>
              </a:rPr>
              <a:t>輸入 0 才離開</a:t>
            </a:r>
          </a:p>
        </p:txBody>
      </p:sp>
    </p:spTree>
    <p:extLst>
      <p:ext uri="{BB962C8B-B14F-4D97-AF65-F5344CB8AC3E}">
        <p14:creationId xmlns:p14="http://schemas.microsoft.com/office/powerpoint/2010/main" val="7783890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93321-73C1-425A-ACD3-1D738C94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F444B-01BF-4A4B-8944-EE903C16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驗收題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36091-3DEF-464B-8B37-A611337B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提款成功前要通過三個檢查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E7EE8-AD53-4B72-BA9D-410A3502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9F911-D622-4FA5-A6AA-267AE7BC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5095875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B0691-40AC-4384-8469-D33BE5A5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452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239"/>
                </a:solidFill>
              </a:defRPr>
            </a:pPr>
            <a:r>
              <a:rPr sz="2250" b="1">
                <a:solidFill>
                  <a:srgbClr val="0B2239"/>
                </a:solidFill>
              </a:rPr>
              <a:t>格式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FA900-3FA5-466B-BEEC-8512E30E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333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金額必須是整數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CFB57-94D3-417E-B292-7095704B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5095875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64DC8-4BC7-439B-9302-C372EAE8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43125"/>
            <a:ext cx="452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239"/>
                </a:solidFill>
              </a:defRPr>
            </a:pPr>
            <a:r>
              <a:rPr sz="2250" b="1">
                <a:solidFill>
                  <a:srgbClr val="0B2239"/>
                </a:solidFill>
              </a:rPr>
              <a:t>範圍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622B6-8526-4A06-96D7-A1390F1E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57500"/>
            <a:ext cx="4333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金額 &gt; 0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金額 &lt;= 餘額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錯誤時重新輸入</a:t>
            </a:r>
          </a:p>
        </p:txBody>
      </p:sp>
    </p:spTree>
    <p:extLst>
      <p:ext uri="{BB962C8B-B14F-4D97-AF65-F5344CB8AC3E}">
        <p14:creationId xmlns:p14="http://schemas.microsoft.com/office/powerpoint/2010/main" val="10688281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C4F33-1979-4E14-9397-6CB7EBE0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189A1-0089-40AA-8A28-AD24AF90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完成檢查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5B2DF-125B-4567-95E6-B3C368BE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下課前確認你能做到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BBFF0-5A73-4490-B440-893FC59C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C49D8-89CD-46D4-B227-C4F04212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9AA5"/>
                </a:solidFill>
              </a:defRPr>
            </a:pPr>
            <a:r>
              <a:rPr sz="2250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5B366-00DC-4098-B8F7-094DB12E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能說明 for 與 while 的差別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C2F95-FDD3-4F84-804B-25BFA7A3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03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9AA5"/>
                </a:solidFill>
              </a:defRPr>
            </a:pPr>
            <a:r>
              <a:rPr sz="2250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137B5-5B8A-4871-9FC3-4962C015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03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能找到迴圈的停止條件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C3813-6D1F-48D0-8C9E-ADDFD66E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385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9AA5"/>
                </a:solidFill>
              </a:defRPr>
            </a:pPr>
            <a:r>
              <a:rPr sz="2250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C6935-F5FB-4F10-9927-70035231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385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能用 try / except 驗證整數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4E41C-D9FE-4793-A513-7CFF8056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9AA5"/>
                </a:solidFill>
              </a:defRPr>
            </a:pPr>
            <a:r>
              <a:rPr sz="2250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043F9-CDA4-4D6A-B87F-9226C5EC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767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能完成登入或選單流程</a:t>
            </a:r>
          </a:p>
        </p:txBody>
      </p:sp>
    </p:spTree>
    <p:extLst>
      <p:ext uri="{BB962C8B-B14F-4D97-AF65-F5344CB8AC3E}">
        <p14:creationId xmlns:p14="http://schemas.microsoft.com/office/powerpoint/2010/main" val="7317373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49DB8-4430-4AE9-83CE-C433ED77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16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讓程式一直跑並不難，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49463-C063-430F-A225-6FD6796D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84D6D9"/>
                </a:solidFill>
              </a:defRPr>
            </a:pPr>
            <a:r>
              <a:rPr sz="3150" b="1">
                <a:solidFill>
                  <a:srgbClr val="84D6D9"/>
                </a:solidFill>
              </a:rPr>
              <a:t>難的是讓它在正確時機安全停止。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DDF25-D814-4F9D-9361-4D894688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14750"/>
            <a:ext cx="4095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3E759-7DDC-4E62-97DB-38EF8BA9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719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下一堂：用函式整理重複程式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ABAAA-5C15-44E7-9354-AB7DD93E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816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作業請測試正常、邊界與錯誤輸入</a:t>
            </a:r>
          </a:p>
        </p:txBody>
      </p:sp>
    </p:spTree>
    <p:extLst>
      <p:ext uri="{BB962C8B-B14F-4D97-AF65-F5344CB8AC3E}">
        <p14:creationId xmlns:p14="http://schemas.microsoft.com/office/powerpoint/2010/main" val="1065007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2026-08-08T15:33:49.3850000Z</dcterms:created>
  <dcterms:modified xsi:type="dcterms:W3CDTF">2026-08-08T15:33:49.3850000Z</dcterms:modified>
</coreProperties>
</file>